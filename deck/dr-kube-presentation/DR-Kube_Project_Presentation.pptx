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384048"/>
            <a:ext cx="2331720" cy="2331720"/>
          </a:xfrm>
          <a:prstGeom prst="arc">
            <a:avLst/>
          </a:prstGeom>
          <a:solidFill>
            <a:srgbClr val="0F172A">
              <a:alpha val="0"/>
            </a:srgbClr>
          </a:solidFill>
          <a:ln w="12700">
            <a:solidFill>
              <a:srgbClr val="1831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786384"/>
            <a:ext cx="1627632" cy="310896"/>
          </a:xfrm>
          <a:prstGeom prst="roundRect">
            <a:avLst>
              <a:gd name="adj" fmla="val 35294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82296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AI + GitOps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DR-Kube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208483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4F0"/>
                </a:solidFill>
              </a:rPr>
              <a:t>Kubernetes 장애 자동 감지·분석·복구를 위한 AI 기반 GitOps 시스템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267004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Prometheus Alert → LangGraph Agent → GitHub PR → ArgoCD Sync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4944" y="3675888"/>
            <a:ext cx="2615184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" y="3840480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4078224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왜 필요한가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6112" y="4407408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클러스터 장애 대응은 탐지, 원인 분석, 설정 수정, 배포 확인까지 사람이 여러 도구를 오가며 처리해야 합니다.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11296" y="3675888"/>
            <a:ext cx="2615184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12464" y="3840480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4078224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핵심 아이디어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712464" y="4407408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장애 신호를 Issue로 변환하고, LLM이 values YAML 수정안을 만들어 PR까지 연결합니다.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27648" y="3675888"/>
            <a:ext cx="2615184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28816" y="3840480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8816" y="4078224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복구 원칙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28816" y="4407408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클러스터에 직접 쓰지 않고 Git 변경만 허용하는 GitOps 방식으로 안전성과 추적성을 확보합니다.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6656" y="61996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6C2CF"/>
                </a:solidFill>
              </a:rPr>
              <a:t>DR-Kube | 프로젝트 발표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841248"/>
            <a:ext cx="12344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정의와 해결 아이디어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50976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핵심은 장애 대응의 분절된 수작업 흐름을 검증 가능한 복구 루프로 바꾸는 것입니다.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3657600" cy="38953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1554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운영자가 겪는 비효율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" y="18836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2F"/>
                </a:solidFill>
              </a:rPr>
              <a:t>장애 탐지, 원인 분석, YAML 수정, PR 생성, 배포 확인까지 도구가 분절돼 있고 MTTR이 길어집니다.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824" y="2788920"/>
            <a:ext cx="28163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</a:rPr>
              <a:t>장애 대응 품질이 운영자 숙련도에 크게 의존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</a:rPr>
              <a:t>근거 수집과 변경 반영이 분리돼 반복 작업이 많음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</a:rPr>
              <a:t>복구 과정 기록이 흩어져 회고와 감사가 어려움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877824" y="4498848"/>
            <a:ext cx="987552" cy="310896"/>
          </a:xfrm>
          <a:prstGeom prst="roundRect">
            <a:avLst>
              <a:gd name="adj" fmla="val 3529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453542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Pain Point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26280" y="1261872"/>
            <a:ext cx="7059168" cy="4151376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5179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12F"/>
                </a:solidFill>
              </a:rPr>
              <a:t>DR-Kube의 해결 아이디어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36592" y="2084832"/>
            <a:ext cx="914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21945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12F"/>
                </a:solidFill>
              </a:rPr>
              <a:t>1. 감지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82896" y="2450592"/>
            <a:ext cx="621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Prometheus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Alert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96712" y="2395728"/>
            <a:ext cx="274320" cy="256032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98464" y="2084832"/>
            <a:ext cx="98755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1945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12F"/>
                </a:solidFill>
              </a:rPr>
              <a:t>2. 수집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44768" y="2450592"/>
            <a:ext cx="694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Alertmanager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Webhook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031736" y="2395728"/>
            <a:ext cx="274320" cy="256032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33488" y="2084832"/>
            <a:ext cx="107899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61504" y="21945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12F"/>
                </a:solidFill>
              </a:rPr>
              <a:t>3. 분석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79792" y="2450592"/>
            <a:ext cx="786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LLM root cause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+ fix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449056" y="2395728"/>
            <a:ext cx="274320" cy="256032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59952" y="2084832"/>
            <a:ext cx="10058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87968" y="219456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12F"/>
                </a:solidFill>
              </a:rPr>
              <a:t>4. 변경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06256" y="2450592"/>
            <a:ext cx="713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values YAML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 생성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802368" y="2395728"/>
            <a:ext cx="274320" cy="256032"/>
          </a:xfrm>
          <a:prstGeom prst="chevron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13264" y="2084832"/>
            <a:ext cx="896112" cy="868680"/>
          </a:xfrm>
          <a:prstGeom prst="roundRect">
            <a:avLst>
              <a:gd name="adj" fmla="val 6316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0" y="21945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12F"/>
                </a:solidFill>
              </a:rPr>
              <a:t>5. 복구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259568" y="2450592"/>
            <a:ext cx="6035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ArgoCD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Sync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9744" y="3493008"/>
            <a:ext cx="63276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핵심 원칙: AI는 수정안을 제안하고, 실제 반영은 GitOps로만 수행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프로토타입 범위: load_issue → analyze_and_fix → validate → create_pr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복구 완료 알림은 에이전트가 아니라 ArgoCD Notifications가 담당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91456" y="4663440"/>
            <a:ext cx="1005840" cy="310896"/>
          </a:xfrm>
          <a:prstGeom prst="roundRect">
            <a:avLst>
              <a:gd name="adj" fmla="val 3529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91456" y="47000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Solution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841248"/>
            <a:ext cx="12344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DR-Kube 시스템 아키텍처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50976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관측성으로 장애를 감지하고, 에이전트가 수정안을 만들고, GitOps가 안전하게 복구를 반영합니다.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298448"/>
            <a:ext cx="10972800" cy="33467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" y="4956048"/>
            <a:ext cx="1066190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519379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</a:rPr>
              <a:t>핵심 메시지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084832" y="515721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12F"/>
                </a:solidFill>
              </a:rPr>
              <a:t>이 아키텍처의 핵심은 '관측성 → 판단 → Git 변경 → 복구 검증'이 하나의 폐루프로 연결된다는 점입니다.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841248"/>
            <a:ext cx="12344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워크플로우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50976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구조와 목표 구조의 차이는 LLM 호출 단순화와 validate 루프 도입입니다.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910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12F"/>
                </a:solidFill>
              </a:rPr>
              <a:t>현재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1097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12140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12F"/>
                </a:solidFill>
              </a:rPr>
              <a:t>Load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60704" y="237744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issue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21408" y="2313432"/>
            <a:ext cx="384048" cy="256032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2032" y="2011680"/>
            <a:ext cx="1097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0048" y="212140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12F"/>
                </a:solidFill>
              </a:rPr>
              <a:t>Analyze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88336" y="237744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LLM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49040" y="2313432"/>
            <a:ext cx="384048" cy="256032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69664" y="2011680"/>
            <a:ext cx="1097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12140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12F"/>
                </a:solidFill>
              </a:rPr>
              <a:t>Fix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15968" y="237744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LLM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315468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LLM 호출 2회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사람 확인 중심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복구 품질 편차 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163824"/>
            <a:ext cx="1828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47288" y="3328416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7288" y="356616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현재의 한계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447288" y="389534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분석과 수정이 분리돼 속도와 일관성이 떨어집니다.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132588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15910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목표 (#1194)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10528" y="2011680"/>
            <a:ext cx="87782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38544" y="212140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12F"/>
                </a:solidFill>
              </a:rPr>
              <a:t>Load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56832" y="2377440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issue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24928" y="2313432"/>
            <a:ext cx="219456" cy="256032"/>
          </a:xfrm>
          <a:prstGeom prst="chevron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62672" y="2011680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90688" y="2121408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12F"/>
                </a:solidFill>
              </a:rPr>
              <a:t>Analyze + Fix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808976" y="2377440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LLM 1회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052560" y="2313432"/>
            <a:ext cx="219456" cy="256032"/>
          </a:xfrm>
          <a:prstGeom prst="chevron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90304" y="2011680"/>
            <a:ext cx="9144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18320" y="21214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12F"/>
                </a:solidFill>
              </a:rPr>
              <a:t>Validate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436608" y="2377440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retry ≤ 3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 rot="10800000">
            <a:off x="8887968" y="2944368"/>
            <a:ext cx="402336" cy="310896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26096" y="2889504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실패 시 재시도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0259568" y="2313432"/>
            <a:ext cx="219456" cy="256032"/>
          </a:xfrm>
          <a:prstGeom prst="chevron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497312" y="2011680"/>
            <a:ext cx="749808" cy="82296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25328" y="212140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12F"/>
                </a:solidFill>
              </a:rPr>
              <a:t>PR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0643616" y="23774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create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10528" y="333756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LLM 호출 1회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validate retry loop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PR 품질 자동 보정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613648" y="3438144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814816" y="3602736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14816" y="384048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목표의 핵심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8814816" y="4169664"/>
            <a:ext cx="1719072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한 번에 제안하고, 실패하면 최대 3회 스스로 보정합니다.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14400" y="5102352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51389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 calls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084832" y="5102352"/>
            <a:ext cx="1298448" cy="310896"/>
          </a:xfrm>
          <a:prstGeom prst="roundRect">
            <a:avLst>
              <a:gd name="adj" fmla="val 3529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84832" y="513892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Human check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510528" y="5102352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10528" y="51389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 call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680960" y="5102352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80960" y="51389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Retry validate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841248"/>
            <a:ext cx="12344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데모 시나리오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50976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단계 설명보다 실제 결과물이 보이도록 OOMKilled 복구 예시를 중심에 둡니다.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12F"/>
                </a:solidFill>
              </a:rPr>
              <a:t>OOMKilled 복구 데모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8096" y="1847088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9476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186537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12F"/>
                </a:solidFill>
              </a:rPr>
              <a:t>장애 발생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24912" y="184708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애플리케이션 Pod가 메모리 limit을 초과해 재시작됩니다.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7552" y="2304288"/>
            <a:ext cx="0" cy="402336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71576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816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273405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12F"/>
                </a:solidFill>
              </a:rPr>
              <a:t>알림 수집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24912" y="27157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Prometheus가 Alert를 발생시키고 Alertmanager가 Agent 웹훅으로 전달합니다.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87552" y="3172968"/>
            <a:ext cx="0" cy="402336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3584448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6850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360273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12F"/>
                </a:solidFill>
              </a:rPr>
              <a:t>AI 분석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24912" y="358444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LLM이 root cause를 메모리 부족으로 판단하고 values YAML 수정안을 생성합니다.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87552" y="4041648"/>
            <a:ext cx="0" cy="402336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445312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45537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447141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12F"/>
                </a:solidFill>
              </a:rPr>
              <a:t>PR 생성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24912" y="445312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GitHub PR에 memory 512Mi → 1Gi 같은 변경안을 제안합니다.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87552" y="4910328"/>
            <a:ext cx="0" cy="402336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" y="5321808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5422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17320" y="534009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12F"/>
                </a:solidFill>
              </a:rPr>
              <a:t>GitOps 복구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24912" y="532180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리뷰 후 merge되면 ArgoCD가 동기화하고 Notifications가 완료를 알립니다.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87968" y="1792224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089136" y="1956816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89136" y="2194560"/>
            <a:ext cx="2066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입력 이슈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9089136" y="252374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sample_oom.json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또는 Alertmanager 웹훅 payload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887968" y="3054096"/>
            <a:ext cx="2468880" cy="1298448"/>
          </a:xfrm>
          <a:prstGeom prst="roundRect">
            <a:avLst>
              <a:gd name="adj" fmla="val 563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25712" y="32735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예시 수정안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125712" y="360273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C5FD"/>
                </a:solidFill>
              </a:rPr>
              <a:t>memory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93C5FD"/>
                </a:solidFill>
              </a:rPr>
              <a:t>512Mi → 1Gi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887968" y="4553712"/>
            <a:ext cx="24688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089136" y="4718304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89136" y="4956048"/>
            <a:ext cx="2066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발표 포인트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9089136" y="5285232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청중에게는 과정보다 '무엇을 바꿔 복구했는지'를 보여주는 것이 더 강합니다.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841248"/>
            <a:ext cx="12344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안전한가: GitOps 원칙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50976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DR-Kube는 클러스터를 직접 고치지 않고, 검토 가능한 변경만 제안합니다.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572768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1737360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97510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1. 직접 변경 금지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59536" y="2304288"/>
            <a:ext cx="309067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kubectl apply, patch 같은 쓰기 명령을 만들지 않고 values/*.yaml 수정을 우선합니다. 복구 행동은 항상 Git 변경으로 표현됩니다.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52544" y="1572768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3712" y="1737360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97510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2. 리뷰 가능한 PR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53712" y="2304288"/>
            <a:ext cx="309067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수정안은 GitHub PR로 남기기 때문에 사람이 검토할 수 있고, 변경 근거와 diff가 그대로 기록됩니다.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572768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47888" y="1737360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97510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3. 안전한 반영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47888" y="2304288"/>
            <a:ext cx="309067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merge 이후에는 ArgoCD가 동기화합니다. 복구 완료 알림도 ArgoCD Notifications가 맡아 책임을 분리합니다.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10369296" cy="1097280"/>
          </a:xfrm>
          <a:prstGeom prst="roundRect">
            <a:avLst>
              <a:gd name="adj" fmla="val 6667"/>
            </a:avLst>
          </a:prstGeom>
          <a:solidFill>
            <a:srgbClr val="ECFEFF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44988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핵심 메시지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31720" y="4462272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2F"/>
                </a:solidFill>
              </a:rPr>
              <a:t>DR-Kube는 자동화의 속도보다 운영 변경의 안전성과 추적 가능성을 먼저 지키는 구조입니다.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841248"/>
            <a:ext cx="12344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개발하면서 어려웠던 부분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50976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커밋 흐름을 보면 이 프로젝트의 난점은 모델 성능 자체보다 운영 환경과 안전성 제약에 더 가깝습니다.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944" y="1481328"/>
            <a:ext cx="27432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645920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83664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LLM 공급자 안정성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96112" y="221284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Gemini, GitHub Models, Copilot을 오가며 실제로 호출 가능한 모델과 인증 방식을 맞추는 작업이 반복됐습니다.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4944" y="2999232"/>
            <a:ext cx="27432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3163824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01568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단순 리소스 증설의 위험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96112" y="3730752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crash/error 계열 장애에서 memory/cpu 상향은 쉬운 답이지만, 잘못된 자동복구가 될 가능성이 커서 정책적으로 막았습니다.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4944" y="4517136"/>
            <a:ext cx="27432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681728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919472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PR 스팸과 비용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96112" y="5248656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Alert가 연속 발생하면 같은 문제로 LLM을 여러 번 호출하고 PR을 남발할 수 있어서 dedup, 일일 예산, 그룹 쿨다운이 필요했습니다.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30752" y="1481328"/>
            <a:ext cx="27432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31920" y="1645920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1883664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복합 장애 처리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931920" y="221284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하나의 Alert만 보면 판단이 쉬워도 실제 장애는 여러 신호가 동시에 옵니다. 그래서 composite incident로 묶는 흐름이 추가됐습니다.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730752" y="2999232"/>
            <a:ext cx="27432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931920" y="3163824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3401568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사람과의 협업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931920" y="3730752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LLM이 한 번에 완벽한 PR을 만들지 못하므로 Slack에서 피드백을 받고 수정안을 다시 생성하는 HITL 흐름이 들어갔습니다.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730752" y="4517136"/>
            <a:ext cx="27432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931920" y="4681728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4919472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실행 환경 차이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931920" y="5248656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최근에는 Pod 안에 kubectl이 없어서 watcher를 kubernetes Python client로 바꾸는 수정까지 들어갔습니다.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784848" y="1481328"/>
            <a:ext cx="4663440" cy="4334256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9168" y="17556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커밋으로 보이는 핵심 전환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059168" y="2139696"/>
            <a:ext cx="3977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40" dirty="0">
                <a:solidFill>
                  <a:srgbClr val="475569"/>
                </a:solidFill>
              </a:rPr>
              <a:t>`476170b` 비용 가드 도입</a:t>
            </a:r>
            <a:endParaRPr lang="en-US" sz="1040" dirty="0"/>
          </a:p>
          <a:p>
            <a:pPr marL="127000" indent="-127000">
              <a:buSzPct val="100000"/>
              <a:buChar char="•"/>
            </a:pPr>
            <a:r>
              <a:rPr lang="en-US" sz="1040" dirty="0">
                <a:solidFill>
                  <a:srgbClr val="475569"/>
                </a:solidFill>
              </a:rPr>
              <a:t>`4dbad0d` crash/error 계열 리소스 튜닝 차단</a:t>
            </a:r>
            <a:endParaRPr lang="en-US" sz="1040" dirty="0"/>
          </a:p>
          <a:p>
            <a:pPr marL="127000" indent="-127000">
              <a:buSzPct val="100000"/>
              <a:buChar char="•"/>
            </a:pPr>
            <a:r>
              <a:rPr lang="en-US" sz="1040" dirty="0">
                <a:solidFill>
                  <a:srgbClr val="475569"/>
                </a:solidFill>
              </a:rPr>
              <a:t>`6d01c37` 규칙 기반 최소 replica 패치 도입</a:t>
            </a:r>
            <a:endParaRPr lang="en-US" sz="1040" dirty="0"/>
          </a:p>
          <a:p>
            <a:pPr marL="127000" indent="-127000">
              <a:buSzPct val="100000"/>
              <a:buChar char="•"/>
            </a:pPr>
            <a:r>
              <a:rPr lang="en-US" sz="1040" dirty="0">
                <a:solidFill>
                  <a:srgbClr val="475569"/>
                </a:solidFill>
              </a:rPr>
              <a:t>`d328c4a` 복합 인시던트 단일 PR 처리</a:t>
            </a:r>
            <a:endParaRPr lang="en-US" sz="1040" dirty="0"/>
          </a:p>
          <a:p>
            <a:pPr marL="127000" indent="-127000">
              <a:buSzPct val="100000"/>
              <a:buChar char="•"/>
            </a:pPr>
            <a:r>
              <a:rPr lang="en-US" sz="1040" dirty="0">
                <a:solidFill>
                  <a:srgbClr val="475569"/>
                </a:solidFill>
              </a:rPr>
              <a:t>`a8f4e14` ArgoCD sync 이후 복구 검증 추가</a:t>
            </a:r>
            <a:endParaRPr lang="en-US" sz="1040" dirty="0"/>
          </a:p>
          <a:p>
            <a:pPr marL="127000" indent="-127000">
              <a:buSzPct val="100000"/>
              <a:buChar char="•"/>
            </a:pPr>
            <a:r>
              <a:rPr lang="en-US" sz="1040" dirty="0">
                <a:solidFill>
                  <a:srgbClr val="475569"/>
                </a:solidFill>
              </a:rPr>
              <a:t>`4654531` Slack 수정 요청 기반 재생성</a:t>
            </a:r>
            <a:endParaRPr lang="en-US" sz="1040" dirty="0"/>
          </a:p>
          <a:p>
            <a:pPr marL="127000" indent="-127000">
              <a:buSzPct val="100000"/>
              <a:buChar char="•"/>
            </a:pPr>
            <a:r>
              <a:rPr lang="en-US" sz="1040" dirty="0">
                <a:solidFill>
                  <a:srgbClr val="475569"/>
                </a:solidFill>
              </a:rPr>
              <a:t>`d3025c0` watcher를 kubectl 의존에서 탈피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841248"/>
            <a:ext cx="12344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판단 정확도를 위해 한 것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50976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핵심은 모델을 더 똑똑하게 믿는 것이 아니라, 잘못된 제안을 못 내도록 입력·정책·검증을 겹겹이 두는 것입니다.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944" y="1536192"/>
            <a:ext cx="2578608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700784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38528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1. 입력을 좁힘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96112" y="2267712"/>
            <a:ext cx="21762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converter가 alertname을 내부 issue type으로 정규화하고, target values 파일을 추론해 LLM에 전체 YAML과 로그를 함께 제공합니다.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93008" y="1536192"/>
            <a:ext cx="2578608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94176" y="1700784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94176" y="1938528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2. 출력 형식을 강제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94176" y="2267712"/>
            <a:ext cx="21762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prompts.py에서 근본 원인, 심각도, 해결책, 전체 YAML, 변경 설명 형식을 고정해 후처리 파싱 실패를 줄입니다.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91072" y="1536192"/>
            <a:ext cx="2578608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1700784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938528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3. 위험한 답을 금지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92240" y="2267712"/>
            <a:ext cx="21762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pod_crash/service_error 계열에는 memory/cpu 변경을 금지하고 replicas, retry, timeout 계열만 허용하는 정책을 둡니다.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89136" y="1536192"/>
            <a:ext cx="2359152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90304" y="1700784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90304" y="1938528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4. 룰 기반 우선 처리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290304" y="2267712"/>
            <a:ext cx="19568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일부 장애는 LLM보다 규칙 기반 최소 수정이 더 안전하다고 보고 LLM 호출 자체를 건너뜁니다.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4944" y="3547872"/>
            <a:ext cx="36027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6112" y="3712464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3950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5. validate + retry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96112" y="4279392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YAML 문법, 원본 대비 실제 변경 여부, dict 형식, 장애 타입별 정책 위반을 검사하고 실패하면 최대 3회 다시 생성합니다.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17136" y="3547872"/>
            <a:ext cx="36027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18304" y="3712464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8304" y="3950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6. HITL 피드백 루프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718304" y="4279392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Slack 수정 요청을 `_review_comment`, `_previous_fix`로 프롬프트에 재주입해 더 나은 수정안을 다시 만들 수 있게 했습니다.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39328" y="3547872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40496" y="3712464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0496" y="3950208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7. 사후 검증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540496" y="4279392"/>
            <a:ext cx="2706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ArgoCD sync 이후 verifier가 Pod 상태와 Alert 해소 여부를 확인해 '제안'과 '실제 복구'를 분리합니다.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41248" y="5650992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" y="56875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 Quality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139696" y="5650992"/>
            <a:ext cx="1298448" cy="310896"/>
          </a:xfrm>
          <a:prstGeom prst="roundRect">
            <a:avLst>
              <a:gd name="adj" fmla="val 3529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39696" y="568756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Policy Guard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566160" y="5650992"/>
            <a:ext cx="1078992" cy="310896"/>
          </a:xfrm>
          <a:prstGeom prst="roundRect">
            <a:avLst>
              <a:gd name="adj" fmla="val 3529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0" y="568756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Retry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5650992"/>
            <a:ext cx="987552" cy="310896"/>
          </a:xfrm>
          <a:prstGeom prst="roundRect">
            <a:avLst>
              <a:gd name="adj" fmla="val 35294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568756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HITL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852160" y="5650992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568756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Verify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841248"/>
            <a:ext cx="12344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로드맵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50976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숫자 우선순위보다 지금 무엇을 만들고, 다음에 무엇을 확장할지가 더 중요합니다.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86384" y="1700784"/>
            <a:ext cx="3401568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1865376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03120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현재 집중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87552" y="2432304"/>
            <a:ext cx="29992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#1164 Converter 알림 타입 확장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#1194 analyze_and_fix + validate 루프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프로토타입 메시지의 핵심은 '한 번에 제안하고, 실패하면 다시 보정하는 복구 루프'를 완성하는 것입니다.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07408" y="1700784"/>
            <a:ext cx="3401568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8576" y="1865376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2103120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다음 확장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08576" y="2432304"/>
            <a:ext cx="29992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#1172 서비스 레벨 알림 규칙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#1186 복합 Chaos 시나리오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#1175 ArgoCD Notifications → Slack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데모 범위를 넓혀 더 다양한 장애 유형과 복구 결과를 보여줄 수 있게 만듭니다.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28432" y="1700784"/>
            <a:ext cx="3401568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865376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103120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제품형으로 가는 단계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0" y="2432304"/>
            <a:ext cx="29992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#1195 PR 댓글 기반 재생성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#1196 Grafana 대시보드 확장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#1167 E2E 통합 테스트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사람-에이전트 협업과 검증 자동화를 강화해 실제 운영형 제품에 가깝게 발전시킵니다.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4672" y="53949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목표 완료일: 2026-02-28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841248"/>
            <a:ext cx="12344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기대 효과와 마무리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50976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발표의 마지막은 기술 구현보다 운영 가치와 확장 가능성에 초점을 맞춥니다.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944" y="1444752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609344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47088"/>
            <a:ext cx="2295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운영 효율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96112" y="2176272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장애 대응 시간을 줄이고, 사람마다 다른 대응 품질을 표준화할 수 있습니다.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39312" y="1444752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0" y="1609344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847088"/>
            <a:ext cx="2295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안전한 자동화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840480" y="2176272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Git 기반 변경 이력과 리뷰 프로세스로 자동화의 위험을 통제합니다.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0" y="1444752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84848" y="1609344"/>
            <a:ext cx="475488" cy="146304"/>
          </a:xfrm>
          <a:prstGeom prst="roundRect">
            <a:avLst>
              <a:gd name="adj" fmla="val 375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4848" y="1847088"/>
            <a:ext cx="2295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12F"/>
                </a:solidFill>
              </a:rPr>
              <a:t>확장성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84848" y="2176272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프롬프트, 알림 규칙, 시나리오를 추가해 더 많은 장애 유형으로 확장 가능합니다.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4944" y="3401568"/>
            <a:ext cx="854049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703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12F"/>
                </a:solidFill>
              </a:rPr>
              <a:t>한 문장으로 정리하면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7552" y="4069080"/>
            <a:ext cx="7662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DR-Kube는 장애 대응을 수작업 운영에서 검증 가능한 GitOps 복구 루프로 전환하는 프로젝트입니다.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528048" y="1444752"/>
            <a:ext cx="1920240" cy="3785616"/>
          </a:xfrm>
          <a:prstGeom prst="roundRect">
            <a:avLst>
              <a:gd name="adj" fmla="val 381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57232" y="18288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Demo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Checklist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02368" y="2542032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샘플 이슈 준비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Alert 흐름 설명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PR 생성 화면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ArgoCD Sync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복구 완료 알림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802368" y="4590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C5FD"/>
                </a:solidFill>
              </a:rPr>
              <a:t>Q&amp;A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DR-Kube 발표 자료</dc:title>
  <dc:subject>DR-Kube project presentation</dc:subject>
  <dc:creator>OpenAI Codex</dc:creator>
  <cp:lastModifiedBy>OpenAI Codex</cp:lastModifiedBy>
  <cp:revision>1</cp:revision>
  <dcterms:created xsi:type="dcterms:W3CDTF">2026-03-20T09:03:02Z</dcterms:created>
  <dcterms:modified xsi:type="dcterms:W3CDTF">2026-03-20T09:03:02Z</dcterms:modified>
</cp:coreProperties>
</file>